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4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84" d="100"/>
          <a:sy n="84" d="100"/>
        </p:scale>
        <p:origin x="976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57111-1FB4-D7DC-477D-B2D3949AFA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C0A737-D83F-BCC9-A37E-6BF00AFED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5698C-FCEE-EE6C-50D5-A42C72D2E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97508-E003-4D59-0B51-660EDC80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5E5F-124C-2BAF-919C-9A4D9E7EC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035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1323-65AF-0949-06E0-EBAC70193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07420-13E6-1C38-E5D4-63DA83BCC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8ACC6-7CE4-7E6F-426F-73548115B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10F00-4CD0-0C25-DF3C-8DACBDF4B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899F3-924B-5814-C92D-1CE003806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3715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63C8B-5050-48F3-A21F-CE5C2F057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16D25-2031-EA85-01C4-6B600524C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23E96-8E05-68FF-1EBE-8B6465145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B9AEEB-6944-D6D9-5D69-293515528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5A97B-B9C8-6997-478D-D6B28788B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3212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A5083-BCFD-4C52-E987-DFEE7E21A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C125E-AA75-5556-A158-CE14ED7683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1860B1-D3D4-5CB1-EED9-58A29C222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5D6CF5-5E0B-89A9-C0BF-A4EFF5B2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94162A-075D-7079-815A-F3BF3E251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146879-B678-0D90-24CB-A64BE65BC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286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A5B6B-CCA0-4A13-630E-FAD633558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ACC93-4C23-006C-DB38-9BB254C9F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43D72B-3432-673F-35B6-057B9DC68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5B69BA-26C3-03B5-4F8B-D8925F6DC6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1316F9-95E0-CFEB-04B1-A855B5184F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C6F7DA-EA4E-9FB0-AA27-935EE5E27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A754BD-1D86-9AB4-B59D-63F925184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EB7547-E1CB-09C4-2351-6486C50EC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220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DADDB-4E45-C6E3-9558-EF2D4E258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1FDEC8-4239-6D18-EAF9-E0E6354DF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7B30D-E30B-C8CE-882E-8A74C6F13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925862-FFB5-4815-28E0-D3C6D4C18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5375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F2BC8A-0D2F-72C3-0B71-840C8577C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F2548-8425-84C8-781F-34BEDC5EE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A525A-E92B-1C6E-0DBC-D8303760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242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D90F7-DD25-64E2-DDD7-1DCFD653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6419A2-5298-479D-3DA9-FCC439620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F3A0F6-F9C5-3752-7298-7EA50220E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93F8DB-8B78-C432-A7E1-C32F6A8D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8C992C-EBE4-B558-B6C6-ECC6A1121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11407-5FA4-687D-EF34-630271104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0511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C7490-6289-9C54-536A-132910EBA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C8B2C9-6CAF-E6A2-8291-BB809826C9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CABA89-6553-15A7-6149-CD08954500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86544-7260-66E2-8871-45DC1B335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A914B5-D256-77E9-FF68-5C19BFEAD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574689-23B6-220C-AC98-B784F391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574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91494-8D06-5DC9-3262-D7F8999F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62A1A-3C1A-BF77-E317-B7BB156ED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1E24F-CEA3-2B11-D72C-127E178A0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4A596-B777-3D79-393F-49AE58961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EE20-1C49-A9C6-C1F5-363B1A0EA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6083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7DFB4D-1E44-CED9-3C72-641B844099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7D12B3-699B-5021-DF50-F86F3850D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F5EB24-A2BB-EDC9-05B2-FA92E8B0D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BCD7D-0B32-E7DE-1C44-2019236FD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11B2-7919-A009-2977-D0D287A69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893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E18AC3-A1E2-D023-775F-00419359D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EBC6AA-9C28-9F84-E653-1D551D9A9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FFE14-CA0E-3455-AC64-551F4121AA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4056B3-26EB-6949-9569-80577AE8E22B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2ACBC-6851-9087-D8DB-9621D26EAE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43E6A-912D-3FB1-D641-1980E462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0814A4-3D1E-1C44-AA5A-BF877D4261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493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FBE2F2D-BB39-EC80-31B0-6007AD85F7D1}"/>
              </a:ext>
            </a:extLst>
          </p:cNvPr>
          <p:cNvSpPr/>
          <p:nvPr/>
        </p:nvSpPr>
        <p:spPr>
          <a:xfrm>
            <a:off x="2207171" y="1737600"/>
            <a:ext cx="4235669" cy="4235669"/>
          </a:xfrm>
          <a:prstGeom prst="roundRect">
            <a:avLst>
              <a:gd name="adj" fmla="val 2771"/>
            </a:avLst>
          </a:prstGeom>
          <a:solidFill>
            <a:srgbClr val="0F24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C63BBA-E853-2297-4EFA-D7E8E67516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59" r="7792"/>
          <a:stretch>
            <a:fillRect/>
          </a:stretch>
        </p:blipFill>
        <p:spPr>
          <a:xfrm>
            <a:off x="2238700" y="2120032"/>
            <a:ext cx="4162099" cy="342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521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65831-3FA3-DC3D-BD41-DC17F0DE5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DE48A47-65C8-CE59-027B-B267B6A4EC59}"/>
              </a:ext>
            </a:extLst>
          </p:cNvPr>
          <p:cNvSpPr/>
          <p:nvPr/>
        </p:nvSpPr>
        <p:spPr>
          <a:xfrm>
            <a:off x="2207171" y="1737598"/>
            <a:ext cx="8246798" cy="4329569"/>
          </a:xfrm>
          <a:prstGeom prst="roundRect">
            <a:avLst>
              <a:gd name="adj" fmla="val 1344"/>
            </a:avLst>
          </a:prstGeom>
          <a:solidFill>
            <a:srgbClr val="0F24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EC9477-02FD-93C5-7D48-A40931CF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59" t="6794" r="7792" b="6129"/>
          <a:stretch>
            <a:fillRect/>
          </a:stretch>
        </p:blipFill>
        <p:spPr>
          <a:xfrm>
            <a:off x="3378247" y="1884206"/>
            <a:ext cx="5707359" cy="40857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E01723-8359-8DE3-8F47-DFF64DC81D39}"/>
              </a:ext>
            </a:extLst>
          </p:cNvPr>
          <p:cNvSpPr txBox="1"/>
          <p:nvPr/>
        </p:nvSpPr>
        <p:spPr>
          <a:xfrm>
            <a:off x="3153104" y="51539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E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1200x630</a:t>
            </a:r>
          </a:p>
        </p:txBody>
      </p:sp>
    </p:spTree>
    <p:extLst>
      <p:ext uri="{BB962C8B-B14F-4D97-AF65-F5344CB8AC3E}">
        <p14:creationId xmlns:p14="http://schemas.microsoft.com/office/powerpoint/2010/main" val="3588029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E236-F7EC-5C5A-31FF-F018170D8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9858C0A-1F43-ECB1-7BC5-B2BF19D8216E}"/>
              </a:ext>
            </a:extLst>
          </p:cNvPr>
          <p:cNvSpPr/>
          <p:nvPr/>
        </p:nvSpPr>
        <p:spPr>
          <a:xfrm>
            <a:off x="3150973" y="753762"/>
            <a:ext cx="5239265" cy="523926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 descr="A white letter on a black background&#10;&#10;AI-generated content may be incorrect.">
            <a:extLst>
              <a:ext uri="{FF2B5EF4-FFF2-40B4-BE49-F238E27FC236}">
                <a16:creationId xmlns:a16="http://schemas.microsoft.com/office/drawing/2014/main" id="{692ACCF0-4A3B-25AA-28C3-60E8EC6362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6" t="15306" r="3061" b="21939"/>
          <a:stretch>
            <a:fillRect/>
          </a:stretch>
        </p:blipFill>
        <p:spPr>
          <a:xfrm>
            <a:off x="3411557" y="1896761"/>
            <a:ext cx="4584357" cy="303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062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</Words>
  <Application>Microsoft Macintosh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Menlo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del Rosal</dc:creator>
  <cp:lastModifiedBy>Victor del Rosal</cp:lastModifiedBy>
  <cp:revision>2</cp:revision>
  <dcterms:created xsi:type="dcterms:W3CDTF">2025-11-26T14:01:18Z</dcterms:created>
  <dcterms:modified xsi:type="dcterms:W3CDTF">2025-11-26T15:15:03Z</dcterms:modified>
</cp:coreProperties>
</file>