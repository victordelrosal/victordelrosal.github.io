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8" d="100"/>
          <a:sy n="158" d="100"/>
        </p:scale>
        <p:origin x="-88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7111-1FB4-D7DC-477D-B2D3949AF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0A737-D83F-BCC9-A37E-6BF00AFED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5698C-FCEE-EE6C-50D5-A42C72D2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97508-E003-4D59-0B51-660EDC80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5E5F-124C-2BAF-919C-9A4D9E7E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35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1323-65AF-0949-06E0-EBAC7019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07420-13E6-1C38-E5D4-63DA83BC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ACC6-7CE4-7E6F-426F-73548115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0F00-4CD0-0C25-DF3C-8DACBDF4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899F3-924B-5814-C92D-1CE00380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71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3C8B-5050-48F3-A21F-CE5C2F05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16D25-2031-EA85-01C4-6B600524C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3E96-8E05-68FF-1EBE-8B646514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9AEEB-6944-D6D9-5D69-29351552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5A97B-B9C8-6997-478D-D6B28788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21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5083-BCFD-4C52-E987-DFEE7E21A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125E-AA75-5556-A158-CE14ED768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860B1-D3D4-5CB1-EED9-58A29C222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D6CF5-5E0B-89A9-C0BF-A4EFF5B2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4162A-075D-7079-815A-F3BF3E25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46879-B678-0D90-24CB-A64BE65B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28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5B6B-CCA0-4A13-630E-FAD63355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ACC93-4C23-006C-DB38-9BB254C9F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3D72B-3432-673F-35B6-057B9DC68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B69BA-26C3-03B5-4F8B-D8925F6DC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316F9-95E0-CFEB-04B1-A855B5184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6F7DA-EA4E-9FB0-AA27-935EE5E2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754BD-1D86-9AB4-B59D-63F925184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B7547-E1CB-09C4-2351-6486C50E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22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DADDB-4E45-C6E3-9558-EF2D4E25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1FDEC8-4239-6D18-EAF9-E0E6354D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7B30D-E30B-C8CE-882E-8A74C6F1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5862-FFB5-4815-28E0-D3C6D4C1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37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2BC8A-0D2F-72C3-0B71-840C8577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F2548-8425-84C8-781F-34BEDC5E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A525A-E92B-1C6E-0DBC-D8303760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2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90F7-DD25-64E2-DDD7-1DCFD653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19A2-5298-479D-3DA9-FCC439620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3A0F6-F9C5-3752-7298-7EA50220E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3F8DB-8B78-C432-A7E1-C32F6A8D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C992C-EBE4-B558-B6C6-ECC6A112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11407-5FA4-687D-EF34-63027110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51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7490-6289-9C54-536A-132910EB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8B2C9-6CAF-E6A2-8291-BB809826C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ABA89-6553-15A7-6149-CD0895450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6544-7260-66E2-8871-45DC1B33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914B5-D256-77E9-FF68-5C19BFEA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74689-23B6-220C-AC98-B784F391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74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1494-8D06-5DC9-3262-D7F8999F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62A1A-3C1A-BF77-E317-B7BB156ED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E24F-CEA3-2B11-D72C-127E178A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A596-B777-3D79-393F-49AE589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EE20-1C49-A9C6-C1F5-363B1A0E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83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DFB4D-1E44-CED9-3C72-641B84409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D12B3-699B-5021-DF50-F86F3850D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5EB24-A2BB-EDC9-05B2-FA92E8B0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BCD7D-0B32-E7DE-1C44-2019236F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11B2-7919-A009-2977-D0D287A6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8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18AC3-A1E2-D023-775F-00419359D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BC6AA-9C28-9F84-E653-1D551D9A9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FE14-CA0E-3455-AC64-551F4121A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056B3-26EB-6949-9569-80577AE8E22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2ACBC-6851-9087-D8DB-9621D26EA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3E6A-912D-3FB1-D641-1980E462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814A4-3D1E-1C44-AA5A-BF877D426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93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BE2F2D-BB39-EC80-31B0-6007AD85F7D1}"/>
              </a:ext>
            </a:extLst>
          </p:cNvPr>
          <p:cNvSpPr/>
          <p:nvPr/>
        </p:nvSpPr>
        <p:spPr>
          <a:xfrm>
            <a:off x="2207171" y="1737600"/>
            <a:ext cx="4235669" cy="4235669"/>
          </a:xfrm>
          <a:prstGeom prst="roundRect">
            <a:avLst>
              <a:gd name="adj" fmla="val 2771"/>
            </a:avLst>
          </a:prstGeom>
          <a:solidFill>
            <a:srgbClr val="0F24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63BBA-E853-2297-4EFA-D7E8E6751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9" r="7792"/>
          <a:stretch>
            <a:fillRect/>
          </a:stretch>
        </p:blipFill>
        <p:spPr>
          <a:xfrm>
            <a:off x="2238700" y="2120032"/>
            <a:ext cx="4162099" cy="342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2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del Rosal</dc:creator>
  <cp:lastModifiedBy>Victor del Rosal</cp:lastModifiedBy>
  <cp:revision>1</cp:revision>
  <dcterms:created xsi:type="dcterms:W3CDTF">2025-11-26T14:01:18Z</dcterms:created>
  <dcterms:modified xsi:type="dcterms:W3CDTF">2025-11-26T14:06:08Z</dcterms:modified>
</cp:coreProperties>
</file>