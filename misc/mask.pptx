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BD97-9B14-755F-7977-8EAE036DB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0C6B2-9852-2611-DBA2-5D5CDD08E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4C545-522C-AB07-096F-13ED4F0FE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F6863-C8B8-6F5E-6419-B713C25E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B16E9-0DCB-7394-3574-60EC7D4CD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835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D6E9-A9F6-2948-CC2B-09ABD2DE4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A3042-ED07-DC11-DFBB-FF3CE263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C6DF3-0895-8633-16BD-A09F4979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B62A8-6628-7AC6-DC0B-B1D507FA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43E8A-2976-691A-D530-4428DB89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38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1516-CCF0-CB33-C85B-B97545E9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08E50-6CC0-72C2-4595-C4FB87BB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F58CE-5964-D344-13DE-CC49147C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07282-8A86-89FF-06BD-85D7EADB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374C5-408A-E4EF-DFD0-00691E85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8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36E5D-6BCF-F32E-1732-A31D07AD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BCE-2DF3-D0BC-6BE1-DD21D87C1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1D998-187D-C86F-7B66-50DEABE6D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1BCA9-F016-DAF6-A603-68684116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101C6-71AC-D68D-E5DD-B29BA1CE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216A8-BB6D-EC70-FA8D-40019F5F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25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52B0-3579-D074-BA1A-5E8F8F13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9F766-C495-36C3-5A06-DD1C13C7F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CC8C-F8EB-3E15-6C65-D7FB9CFD5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43E6E-72A7-0A47-E7AA-561D13F44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FBD8B2-AF26-85AB-7D89-14DBB36D6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B8760-3655-4D21-2F68-850CAED1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E399A-EA23-11E1-A485-7236E36C9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4D1D39-8B19-BD0E-9A39-36904A94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99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AAF8D-2EF7-BB27-0B24-4CEC8D65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690D1-4F4F-B351-28EB-F64E16F6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F6B4B-3A22-BE74-5B3F-4F70772F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0257E-2C19-8C86-85A1-7B3C478F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6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3DE40-92E9-4630-6E61-F3E27216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11BFF-D6E7-0B40-DE5C-36FA7648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ED50A-E321-D7F8-3610-CECC4F14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17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6C71-C362-DA1A-AD6B-1B58E28D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139E-9B05-FB80-5B53-47A1BED9C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7400C-1D4B-979F-463D-12286AA46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C2BD3-B185-B21C-B348-8A8290DA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E489B-FC5F-AAD7-0821-8669C01C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5F55F-F81D-E9ED-220C-7E566FE4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07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422F-A542-5D5B-AE8B-12795FA8B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24F057-0B08-9058-6501-331FAC100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FF1E5-5AE0-ECAA-A8BC-5ACED5095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B33B4-8A34-84C0-026B-D16349663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1AE4E-FB01-629C-0128-C799AA74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CBF90-B8D2-9764-291D-EE637A9C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30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D365-27C1-2539-3796-1FF39D76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16CE1-CFD3-0873-B231-3018729F8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BC35C-D4C9-9402-7405-CB29697F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101DB-72F0-E0D9-D4AF-11EBC00C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D8DF1-8226-624B-BF3C-CFC92EDF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09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9C78C-264D-13A1-F1BB-3D19489B7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19B74-B18C-0100-CD58-3F104BA5B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32F6C-616E-8902-9957-227A1611C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DC57F-C305-4C28-9E26-E5D4617F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5B2F3-7D1F-0AAD-3DAE-FC5F41BB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572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BAE389-B563-8548-B0B4-8843F584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A911B-BB96-0799-F419-B1A986C4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1EA6F-0242-5C0A-2EA3-9172377D9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3BFA5-D7D8-CC46-B3AD-CF089E9BC40E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74742-19A7-E0D9-B80F-F7D7089AE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89121-9EB1-A0B3-F21B-236C8C2AD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4F803-BC8B-3C4A-B2C5-811CDF1C2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67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news scan&#10;&#10;AI-generated content may be incorrect.">
            <a:extLst>
              <a:ext uri="{FF2B5EF4-FFF2-40B4-BE49-F238E27FC236}">
                <a16:creationId xmlns:a16="http://schemas.microsoft.com/office/drawing/2014/main" id="{A9B93D49-9C4C-A339-D107-22A8CB780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08" y="2676440"/>
            <a:ext cx="11475490" cy="4124410"/>
          </a:xfrm>
          <a:prstGeom prst="rect">
            <a:avLst/>
          </a:prstGeom>
        </p:spPr>
      </p:pic>
      <p:pic>
        <p:nvPicPr>
          <p:cNvPr id="9" name="Picture 8" descr="A black eye with a black background&#10;&#10;AI-generated content may be incorrect.">
            <a:extLst>
              <a:ext uri="{FF2B5EF4-FFF2-40B4-BE49-F238E27FC236}">
                <a16:creationId xmlns:a16="http://schemas.microsoft.com/office/drawing/2014/main" id="{B7D7AFC9-5BC6-34E9-971D-D34F8A26AC1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7000"/>
          </a:blip>
          <a:srcRect l="13161" t="10081" r="15134" b="18436"/>
          <a:stretch>
            <a:fillRect/>
          </a:stretch>
        </p:blipFill>
        <p:spPr>
          <a:xfrm>
            <a:off x="4831492" y="2969774"/>
            <a:ext cx="4942703" cy="296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2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del Rosal</dc:creator>
  <cp:lastModifiedBy>Victor del Rosal</cp:lastModifiedBy>
  <cp:revision>1</cp:revision>
  <dcterms:created xsi:type="dcterms:W3CDTF">2025-12-22T21:41:42Z</dcterms:created>
  <dcterms:modified xsi:type="dcterms:W3CDTF">2025-12-22T22:37:30Z</dcterms:modified>
</cp:coreProperties>
</file>